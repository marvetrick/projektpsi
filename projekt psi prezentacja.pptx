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FD17FA3B-C404-4317-B0BC-953931111309}" type="datetimeFigureOut">
              <a:rPr lang="pl-PL" smtClean="0"/>
              <a:t>18.01.2017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931897F-8F23-433E-A660-EFF8D3EDA506}" type="slidenum">
              <a:rPr lang="pl-PL" smtClean="0"/>
              <a:t>‹#›</a:t>
            </a:fld>
            <a:endParaRPr lang="pl-PL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smtClean="0"/>
              <a:t>Łukasz Pająk</a:t>
            </a:r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Aplikacja rozpoznająca kody pocztowe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2100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Główny zamysł projektu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pl-PL" sz="2400" dirty="0" smtClean="0"/>
              <a:t>Głównym zamysłem projektu była aplikacja rozpoznająca napisany kod pocztowy, oraz przyporządkowująca go do danego miasta.</a:t>
            </a:r>
          </a:p>
          <a:p>
            <a:r>
              <a:rPr lang="pl-PL" sz="2400" dirty="0" smtClean="0"/>
              <a:t>Aby tworzenie kodu oraz jego rozpoznawanie szło dość sprawnie, wybranym narzędziem przeze mnie został Android.</a:t>
            </a:r>
          </a:p>
          <a:p>
            <a:pPr marL="0" indent="0">
              <a:buNone/>
            </a:pP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73442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Funkcjonalności programu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l-PL" dirty="0" smtClean="0"/>
              <a:t>Główną funkcjonalnością programu jest rozpoznawanie pisma. Zostało to zrealizowane przy użyciu biblioteki open-</a:t>
            </a:r>
            <a:r>
              <a:rPr lang="pl-PL" dirty="0" err="1" smtClean="0"/>
              <a:t>source</a:t>
            </a:r>
            <a:r>
              <a:rPr lang="pl-PL" dirty="0" smtClean="0"/>
              <a:t> </a:t>
            </a:r>
            <a:r>
              <a:rPr lang="pl-PL" dirty="0" err="1" smtClean="0"/>
              <a:t>Tesseract</a:t>
            </a:r>
            <a:r>
              <a:rPr lang="pl-PL" dirty="0" smtClean="0"/>
              <a:t>.</a:t>
            </a:r>
          </a:p>
          <a:p>
            <a:r>
              <a:rPr lang="pl-PL" dirty="0" smtClean="0"/>
              <a:t>Funkcjonalności, dzięki którym rozpoznawanie pisma jest umożliwione to:</a:t>
            </a:r>
            <a:br>
              <a:rPr lang="pl-PL" dirty="0" smtClean="0"/>
            </a:br>
            <a:r>
              <a:rPr lang="pl-PL" dirty="0" smtClean="0"/>
              <a:t>- wczytywanie obrazu zawierającego kod kreskowy z pamięci wewnętrznej telefonu</a:t>
            </a:r>
            <a:br>
              <a:rPr lang="pl-PL" dirty="0" smtClean="0"/>
            </a:br>
            <a:r>
              <a:rPr lang="pl-PL" dirty="0" smtClean="0"/>
              <a:t>- robienie zdjęcia kodu pocztowego oraz przekazywanie go do aplikacji</a:t>
            </a:r>
          </a:p>
        </p:txBody>
      </p:sp>
    </p:spTree>
    <p:extLst>
      <p:ext uri="{BB962C8B-B14F-4D97-AF65-F5344CB8AC3E}">
        <p14:creationId xmlns:p14="http://schemas.microsoft.com/office/powerpoint/2010/main" val="239329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Opis biblioteki </a:t>
            </a:r>
            <a:r>
              <a:rPr lang="pl-PL" dirty="0" err="1" smtClean="0"/>
              <a:t>tesseract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l-PL" dirty="0" err="1" smtClean="0"/>
              <a:t>Tesseract</a:t>
            </a:r>
            <a:r>
              <a:rPr lang="pl-PL" dirty="0" smtClean="0"/>
              <a:t> jest to biblioteka służąca do rozpoznawania pisma. Powstawała w latach 1984-1994 jako projekt doktorski w laboratoriach HP Bristol i była przez niego sponsorowana. Została użyta jako oprogramowanie skanerów pisma HP. </a:t>
            </a:r>
          </a:p>
          <a:p>
            <a:r>
              <a:rPr lang="pl-PL" dirty="0" smtClean="0"/>
              <a:t>W 2005 r. </a:t>
            </a:r>
            <a:r>
              <a:rPr lang="pl-PL" dirty="0" err="1" smtClean="0"/>
              <a:t>frma</a:t>
            </a:r>
            <a:r>
              <a:rPr lang="pl-PL" dirty="0" smtClean="0"/>
              <a:t> HP wypuściła program jako oprogramowanie open-</a:t>
            </a:r>
            <a:r>
              <a:rPr lang="pl-PL" dirty="0" err="1" smtClean="0"/>
              <a:t>source</a:t>
            </a:r>
            <a:r>
              <a:rPr lang="pl-PL" dirty="0" smtClean="0"/>
              <a:t>.</a:t>
            </a:r>
          </a:p>
          <a:p>
            <a:r>
              <a:rPr lang="pl-PL" dirty="0" smtClean="0"/>
              <a:t> Od 2006 r. rozwój tego oprogramowania jest sponsorowany przez Google.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14023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Zasada na jakiej działa </a:t>
            </a:r>
            <a:r>
              <a:rPr lang="pl-PL" dirty="0" err="1" smtClean="0"/>
              <a:t>tesseract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349080"/>
          </a:xfrm>
        </p:spPr>
        <p:txBody>
          <a:bodyPr>
            <a:normAutofit lnSpcReduction="10000"/>
          </a:bodyPr>
          <a:lstStyle/>
          <a:p>
            <a:r>
              <a:rPr lang="pl-PL" dirty="0" smtClean="0"/>
              <a:t>Biblioteka </a:t>
            </a:r>
            <a:r>
              <a:rPr lang="pl-PL" dirty="0" err="1" smtClean="0"/>
              <a:t>Tesseract</a:t>
            </a:r>
            <a:r>
              <a:rPr lang="pl-PL" dirty="0"/>
              <a:t> </a:t>
            </a:r>
            <a:r>
              <a:rPr lang="pl-PL" dirty="0" smtClean="0"/>
              <a:t>do rozpoznania pisma korzysta z metodyki rozpoznawania wzorców.</a:t>
            </a:r>
          </a:p>
          <a:p>
            <a:r>
              <a:rPr lang="pl-PL" dirty="0" smtClean="0"/>
              <a:t>Jest to pole badawcze w obrębie uczenia maszynowego.</a:t>
            </a:r>
          </a:p>
          <a:p>
            <a:r>
              <a:rPr lang="pl-PL" dirty="0" smtClean="0"/>
              <a:t>Uczenie maszynowe: </a:t>
            </a:r>
            <a:r>
              <a:rPr lang="pl-PL" dirty="0"/>
              <a:t> </a:t>
            </a:r>
            <a:r>
              <a:rPr lang="pl-PL" dirty="0" smtClean="0"/>
              <a:t>stworzenie </a:t>
            </a:r>
            <a:r>
              <a:rPr lang="pl-PL" dirty="0"/>
              <a:t>automatycznego systemu potrafiącego doskonalić się przy pomocy zgromadzonego doświadczenia (czyli danych) i nabywania na tej podstawie nowej </a:t>
            </a:r>
            <a:r>
              <a:rPr lang="pl-PL" dirty="0" smtClean="0"/>
              <a:t>wiedzy. Uczenie </a:t>
            </a:r>
            <a:r>
              <a:rPr lang="pl-PL" dirty="0"/>
              <a:t>się może być rozpatrywane jako konkretyzacja algorytmu czyli dobór parametrów, nazywanych wiedzą lub umiejętnością</a:t>
            </a:r>
            <a:r>
              <a:rPr lang="pl-PL" dirty="0" smtClean="0"/>
              <a:t>.</a:t>
            </a:r>
          </a:p>
          <a:p>
            <a:r>
              <a:rPr lang="pl-PL" dirty="0"/>
              <a:t>Uczenie = doskonalenie działania dla pewnych zadań na podstawie doświadczenia. doskonalenie dla pewnej klasy zadań T</a:t>
            </a:r>
            <a:r>
              <a:rPr lang="pl-PL" dirty="0" smtClean="0"/>
              <a:t>,</a:t>
            </a:r>
            <a:br>
              <a:rPr lang="pl-PL" dirty="0" smtClean="0"/>
            </a:br>
            <a:r>
              <a:rPr lang="pl-PL" dirty="0" smtClean="0"/>
              <a:t> </a:t>
            </a:r>
            <a:r>
              <a:rPr lang="pl-PL" dirty="0"/>
              <a:t>z uwagi na </a:t>
            </a:r>
            <a:r>
              <a:rPr lang="pl-PL" dirty="0" err="1"/>
              <a:t>miare</a:t>
            </a:r>
            <a:r>
              <a:rPr lang="pl-PL" dirty="0"/>
              <a:t> oceny P, 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oparte </a:t>
            </a:r>
            <a:r>
              <a:rPr lang="pl-PL" dirty="0"/>
              <a:t>na doświadczeniu E </a:t>
            </a:r>
            <a:endParaRPr lang="pl-PL" dirty="0" smtClean="0"/>
          </a:p>
          <a:p>
            <a:r>
              <a:rPr lang="pl-PL" dirty="0"/>
              <a:t>Przykład: 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Rozpoznawanie </a:t>
            </a:r>
            <a:r>
              <a:rPr lang="pl-PL" dirty="0"/>
              <a:t>adresu napisanego na kopercie 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T</a:t>
            </a:r>
            <a:r>
              <a:rPr lang="pl-PL" dirty="0"/>
              <a:t>: Rozpoznanie adresu odbiorcy napisanego na kopercie 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P</a:t>
            </a:r>
            <a:r>
              <a:rPr lang="pl-PL" dirty="0"/>
              <a:t>: % sortowanych listów poprawnie przypisanych do miasta odbiorcy </a:t>
            </a:r>
            <a:r>
              <a:rPr lang="pl-PL" dirty="0" smtClean="0"/>
              <a:t/>
            </a:r>
            <a:br>
              <a:rPr lang="pl-PL" dirty="0" smtClean="0"/>
            </a:br>
            <a:r>
              <a:rPr lang="pl-PL" dirty="0" smtClean="0"/>
              <a:t>E</a:t>
            </a:r>
            <a:r>
              <a:rPr lang="pl-PL" dirty="0"/>
              <a:t>: 100 tysięcy ręcznie napisanych adresów ze znanym adresem przeznaczenia </a:t>
            </a:r>
          </a:p>
        </p:txBody>
      </p:sp>
    </p:spTree>
    <p:extLst>
      <p:ext uri="{BB962C8B-B14F-4D97-AF65-F5344CB8AC3E}">
        <p14:creationId xmlns:p14="http://schemas.microsoft.com/office/powerpoint/2010/main" val="186345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Zasada działania aplikacji	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smtClean="0"/>
              <a:t>Algorytm działania programu:</a:t>
            </a:r>
          </a:p>
          <a:p>
            <a:r>
              <a:rPr lang="pl-PL" dirty="0" smtClean="0"/>
              <a:t>1. wczytanie źródła tekstu</a:t>
            </a:r>
          </a:p>
          <a:p>
            <a:r>
              <a:rPr lang="pl-PL" dirty="0" smtClean="0"/>
              <a:t>2. uruchomienie funkcji bibliotecznych</a:t>
            </a:r>
          </a:p>
          <a:p>
            <a:r>
              <a:rPr lang="pl-PL" dirty="0" smtClean="0"/>
              <a:t>3.  przekazanie wyniku do programu</a:t>
            </a:r>
          </a:p>
          <a:p>
            <a:r>
              <a:rPr lang="pl-PL" dirty="0" smtClean="0"/>
              <a:t>4. dopasowanie miasta do rozpoznanego kodu pocztowego</a:t>
            </a:r>
          </a:p>
          <a:p>
            <a:r>
              <a:rPr lang="pl-PL" dirty="0" smtClean="0"/>
              <a:t>5. wydruk wyniku na ekranie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214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Przykładowe działanie aplikacji:</a:t>
            </a:r>
            <a:endParaRPr lang="pl-PL" dirty="0"/>
          </a:p>
        </p:txBody>
      </p:sp>
      <p:pic>
        <p:nvPicPr>
          <p:cNvPr id="1026" name="Picture 2" descr="https://scontent-waw1-1.xx.fbcdn.net/v/t35.0-12/16145608_1451265978239568_742887819_o.png?oh=b976f8c0d75ce7e923e81b269d385a4a&amp;oe=58825A5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924944"/>
            <a:ext cx="4459478" cy="2702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/>
          <p:cNvSpPr txBox="1"/>
          <p:nvPr/>
        </p:nvSpPr>
        <p:spPr>
          <a:xfrm>
            <a:off x="1043608" y="2060848"/>
            <a:ext cx="3049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Wygląd aplikacji po uruchomieniu: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2930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scontent-waw1-1.xx.fbcdn.net/v/t34.0-12/16128382_1451268684905964_1008094504_n.png?oh=bf14d9d87077b8dbcecab764e2e7b1f4&amp;oe=58815E5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6"/>
            <a:ext cx="2448272" cy="404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/>
          <p:cNvSpPr txBox="1"/>
          <p:nvPr/>
        </p:nvSpPr>
        <p:spPr>
          <a:xfrm>
            <a:off x="1043608" y="4581128"/>
            <a:ext cx="2304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Przykład napisanego kodu pocztowego w aplikacji typu Paint</a:t>
            </a:r>
          </a:p>
        </p:txBody>
      </p:sp>
      <p:pic>
        <p:nvPicPr>
          <p:cNvPr id="2054" name="Picture 6" descr="https://scontent-waw1-1.xx.fbcdn.net/v/t35.0-12/16145615_1451297434903089_2035422809_o.jpg?oh=4d0974811767a54e57620f5cb8ac8a37&amp;oe=588244A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54586"/>
            <a:ext cx="4704522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ole tekstowe 6"/>
          <p:cNvSpPr txBox="1"/>
          <p:nvPr/>
        </p:nvSpPr>
        <p:spPr>
          <a:xfrm>
            <a:off x="4355976" y="4221088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Przykład zdjęcia które zostało zrobione aparatem w telefonie</a:t>
            </a:r>
          </a:p>
        </p:txBody>
      </p:sp>
    </p:spTree>
    <p:extLst>
      <p:ext uri="{BB962C8B-B14F-4D97-AF65-F5344CB8AC3E}">
        <p14:creationId xmlns:p14="http://schemas.microsoft.com/office/powerpoint/2010/main" val="153206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95" y="431248"/>
            <a:ext cx="3401717" cy="2061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pole tekstowe 4"/>
          <p:cNvSpPr txBox="1"/>
          <p:nvPr/>
        </p:nvSpPr>
        <p:spPr>
          <a:xfrm>
            <a:off x="510400" y="2492896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Wybieranie wybranego obrazu z galerii kodów pocztowych…</a:t>
            </a:r>
            <a:endParaRPr lang="pl-PL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3" y="431249"/>
            <a:ext cx="3401717" cy="2061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pole tekstowe 6"/>
          <p:cNvSpPr txBox="1"/>
          <p:nvPr/>
        </p:nvSpPr>
        <p:spPr>
          <a:xfrm>
            <a:off x="4649086" y="2564904"/>
            <a:ext cx="40993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Bądź z galerii zdjęć, które zrobiliśmy wcześniej. Aplikacja zapisuje zdjęcia które robimy do rozpoznania. Ciężko było jednak zrobić zrzut ekranu z wyraźnym obrazem podczas robienia zdjęcia, dlatego nie będzie ono załączone. </a:t>
            </a:r>
            <a:br>
              <a:rPr lang="pl-PL" dirty="0" smtClean="0"/>
            </a:br>
            <a:r>
              <a:rPr lang="pl-PL" dirty="0" smtClean="0"/>
              <a:t>Wadą rozpoznawania kodów ze zdjęć z telefonu jest niska jakość zdjęcia oraz wymogiem jest dobre oświetlenie.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280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4588531" cy="278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201" y="30714"/>
            <a:ext cx="4537855" cy="27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pole tekstowe 3"/>
          <p:cNvSpPr txBox="1"/>
          <p:nvPr/>
        </p:nvSpPr>
        <p:spPr>
          <a:xfrm>
            <a:off x="5292080" y="4077072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/>
              <a:t>Przykładowe wyniki  działania programu</a:t>
            </a:r>
            <a:endParaRPr lang="pl-PL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797287"/>
            <a:ext cx="4748922" cy="287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007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yzont">
  <a:themeElements>
    <a:clrScheme name="Horyzont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yzont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yzont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186</TotalTime>
  <Words>271</Words>
  <Application>Microsoft Office PowerPoint</Application>
  <PresentationFormat>Pokaz na ekranie (4:3)</PresentationFormat>
  <Paragraphs>32</Paragraphs>
  <Slides>10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1" baseType="lpstr">
      <vt:lpstr>Horyzont</vt:lpstr>
      <vt:lpstr>Aplikacja rozpoznająca kody pocztowe</vt:lpstr>
      <vt:lpstr>Główny zamysł projektu</vt:lpstr>
      <vt:lpstr>Funkcjonalności programu</vt:lpstr>
      <vt:lpstr>Opis biblioteki tesseract</vt:lpstr>
      <vt:lpstr>Zasada na jakiej działa tesseract</vt:lpstr>
      <vt:lpstr>Zasada działania aplikacji </vt:lpstr>
      <vt:lpstr>Przykładowe działanie aplikacji: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Aplikacja rozpoznająca kody pocztowe</dc:title>
  <dc:creator>lpaja</dc:creator>
  <cp:lastModifiedBy>lpaja</cp:lastModifiedBy>
  <cp:revision>8</cp:revision>
  <dcterms:created xsi:type="dcterms:W3CDTF">2017-01-18T17:32:21Z</dcterms:created>
  <dcterms:modified xsi:type="dcterms:W3CDTF">2017-01-18T20:50:15Z</dcterms:modified>
</cp:coreProperties>
</file>